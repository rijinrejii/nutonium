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D4FF"/>
                </a:solidFill>
                <a:latin typeface="Calibri"/>
              </a:defRPr>
            </a:pPr>
            <a:r>
              <a:t>NUTONIUM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Hyperlocal Social Commerce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Connecting Retail Shops, Suppliers &amp; Customers through</a:t>
            </a:r>
            <a:br/>
            <a:r>
              <a:t>Real-time Inventory, Preorders &amp; Live Product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48056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572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Abhishek Bruno  ·  Muhammad Aslam</a:t>
            </a:r>
            <a:br/>
            <a:r>
              <a:t>Gokul SR  ·  Rijin Reji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480560"/>
            <a:ext cx="4389120" cy="18288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PROJECT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9204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Project Guide: Ms Aswathy</a:t>
            </a:r>
            <a:br/>
            <a:r>
              <a:t>Project Coordinator: Dr Anoop Sreekumar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Nutonium is a Hyperlocal Social Commerce Platform designed to bridge the gap between offline retail and digital commerce.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95728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532888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871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Connects Retailers, Suppliers, and Customers in a unified ecosystem with real-time data sharing.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45536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82696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3697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Provides Real-time Inventory Visibility – customers can check product availability at nearby shops before visiting.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95344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032504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3250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867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Enables Preorders &amp; Live Product Streaming – bringing the in-store experience to digital screens.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45152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782312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823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365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Supports B2B Supply Collaboration – suppliers gain demand awareness to optimize supply chains.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5321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486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Improves Shopping Convenience – reducing wasted trips and stock uncertainty for everyday consumers.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The retail landscape faces a critical disconnect between physical stores and the digital world.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Offline Retail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Local retail shops lack digital integration, missing out on a huge online-savvy customer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8600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71800" y="25146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Stock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Customers face uncertainty about product availability, leading to wasted trips and frustration.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28600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7800" y="251460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Inventory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Retailers lack affordable, real-time inventory management and visibility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28600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43800" y="25146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Supply Blindness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Suppliers have no awareness of real-time demand at the local retail level.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28600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2514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Nutonium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Nutonium bridges offline and online retail with a hyperlocal-first social commerce platform.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Digitalize Offline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Transform traditional brick-and-mortar shops into digitally-enabled storefronts with product catalogs, real-time stock info, and online presence.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Real-time Stock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Provide instant inventory visibility so customers always know what's available nearby before they leave home.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Enable Preorder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Allow customers to reserve products at local shops, guaranteeing availability and reducing missed sales.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2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Improve B2B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920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Create a direct channel between suppliers and retailers for demand-driven restocking and collaboration.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Enhance Customer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852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Deliver a seamless, modern shopping experience that combines discovery, social commerce, and local retail.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EXISTING SYSTEMS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661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Traditional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Offline-only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No digital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Zero inventory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Limited customer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No data-driven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73736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3566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E-Commerce Giants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Amazon, Flipkart, etc.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No hyperlocal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No real-time local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49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No direct B2B interaction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Long delivery timelines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73736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737360"/>
            <a:ext cx="35661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Nutonium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Hyperlocal Social Commerce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Hyperlocal-first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Real-time inventory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749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Integrated B2B channel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Instant local fulfillment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41148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Authors /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Hyperlocal E-Commerce: Trends and 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3055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V. Kumar, R. Rajan</a:t>
            </a:r>
            <a:br/>
            <a:r>
              <a:t>(IEEE Xplore)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3055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Explores hyperlocal e-commerce connecting nearby buyers and sellers.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3055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Lacks real-time inventory sync and supplier collaboration.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5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A Study on Social Commerce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278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H. Wang, P. Zhang</a:t>
            </a:r>
            <a:br/>
            <a:r>
              <a:t>(Springer)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2783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Examines social interaction's role in online purchasing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2783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No hyperlocal retail integration or inventory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5196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2511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Real-Time Inventory Management in Retail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251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S. Patel, M. Shah</a:t>
            </a:r>
            <a:br/>
            <a:r>
              <a:t>(IJCA)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32511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Highlights real-time inventory tracking for operational efficiency.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2511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Limited to inventory without customer/supplier integration.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5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2239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B2B Supply Chain Using Digital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42239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A. Singh, R. Verma</a:t>
            </a:r>
            <a:br/>
            <a:r>
              <a:t>(IEEE Xplore)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4223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Discusses platforms enhancing supplier-retailer collaboration.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4223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No end-user interaction or social commerce capabilities.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SURVEY (CONTD.)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41148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Authors /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Web-Based Retail Management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3055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J. Anderson, L. Thomas</a:t>
            </a:r>
            <a:br/>
            <a:r>
              <a:t>(Google Scholar)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3055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Web systems for managing retail operations and customer interactions.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3055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Lacks hyperlocal discovery and real-time sync.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5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Live Streaming Commerce: Future of Shopping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278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Y. Chen, X. Liu</a:t>
            </a:r>
            <a:br/>
            <a:r>
              <a:t>(Elsevier)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22783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Live product streaming to enhance engagement and boost sales.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2783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Focuses on global markets, not hyperlocal retail.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5196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2511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Location-Based Services in Mobile 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2511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R. Gupta, N. Kaur</a:t>
            </a:r>
            <a:br/>
            <a:r>
              <a:t>(IJERT)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32511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GPS and location tech for personalized, geographically relevant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2511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No inventory tracking or supplier collaboration.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15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22392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Integrated E-Commerce &amp; Supply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42239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K. Lee, D. Kim</a:t>
            </a:r>
            <a:br/>
            <a:r>
              <a:t>(IEEE Xplore)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4223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Frameworks combining e-commerce with supply chain management.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4223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Lacks social commerce and hyperlocal retail focus.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7432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Real-time Local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There is no unified platform that allows customers to check product availability at nearby retail shops in real time, resulting in wasted trips and missed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27432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Inefficient Digital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Small and medium retailers lack affordable tools to digitally manage and broadcast their inventory, limiting their reach and competitiveness against e-commerce giants.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2743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Supplier Demand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Suppliers and wholesalers lack visibility into real-time demand at the retail level, leading to overstocking, understocking, and broken supply chains.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669280"/>
            <a:ext cx="7589520" cy="640080"/>
          </a:xfrm>
          <a:prstGeom prst="roundRect">
            <a:avLst>
              <a:gd name="adj" fmla="val 4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5715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  <a:latin typeface="Calibri"/>
              </a:defRPr>
            </a:pPr>
            <a:r>
              <a:t>→  Need for a Unified Hyperlocal Commerce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A three-tier architecture connecting users, business logic, and data storage through Firebase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Flutter Mobile App  ·  Social Feed  ·  Map View  ·  Cart &amp; Checkout  ·  Profile Management  ·  Camera  ·  Trade Code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11247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BUSINESS LOGIC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BLoC State Management  ·  Auth (Email OTP, Google, Phone)  ·  Marketplace Service  ·  Social Service  ·  Firestore CRUD  ·  Role-Based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064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11247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DATA &amp; SERVICES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Firebase Auth  ·  Cloud Firestore (Users, Retailers, Wholesalers, Posts)  ·  Firebase Storage  ·  REST APIs  ·  SMTP Webhooks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36576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B0F1A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User / Customer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Browse social feed &amp; discover shops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Search products across nearby retailers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027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View shop inventory &amp; locations on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86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Add items to cart &amp; preorder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Trade code handoff for quick adds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164592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645920"/>
            <a:ext cx="3657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1965960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965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B0F1A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Retailer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34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Digital shop profile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2186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218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Real-time inventory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6027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Accept and manage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986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986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Post products to social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3708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Camera-based product listing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64592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1645920"/>
            <a:ext cx="36576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21040" y="196596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965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B0F1A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Supplier / Wholesaler Module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834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Wholesaler profile &amp; catalog 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186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218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Identify retailer stock shortages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6027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Send supply proposals &amp; offers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986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3986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B2B communication channel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3708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Demand-driven restocking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APP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745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Interactive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Discover nearby shops on a live map with real-time stock indicators and quick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4592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8745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874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Smart Cart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Build procurement drafts, adjust quantities, and manage orders from multiple shops.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79" y="18745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874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Social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Browse offers, events, and trade intelligence from retailers and wholesalers.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1148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43434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Camera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Snap photos to instantly create product listings with image picker integration.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41148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43400" y="43434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Email OTP, Google Sign-In, and Phone authentication for secure, flexible access.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41148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79" y="434340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Segoe UI Emoji"/>
              </a:defRPr>
            </a:pPr>
            <a:r>
              <a:t>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Trade Codes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Scan trade codes from retailers to instantly add mapped SKUs to your cart.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TOOLS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Flutter &amp;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Cross-platform mobile framework for building natively compiled apps from a single codebase.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5448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554480"/>
            <a:ext cx="356616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Google's Backend-as-a-Service for real-time database, authentication, and cloud functions.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5448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55448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Firebase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Multi-provider authentication: Email OTP, Google Sign-In, Phone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11480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Cloud Firestore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NoSQL document database with real-time sync, offline support, and automatic scaling.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411480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4114800"/>
            <a:ext cx="35661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STATE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BLoC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0749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Business Logic Component pattern for predictable, testable state management in Flutter.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411480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4114800"/>
            <a:ext cx="356616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9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MAPS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Flutter Map + LatLong2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50749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Open-source map widget with OpenStreetMap tiles for location-based shop discovery.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7432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Clean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Feature-based folder structure with domain, data, and presentation layers for maintainability.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95728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95728"/>
            <a:ext cx="27432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614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Three user roles (Customer, Retailer, Wholesaler) with distinct UI flows and permissions.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6976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36976"/>
            <a:ext cx="2743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02736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Firestore streams &amp; listeners for live inventory updates and social feed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78224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78224"/>
            <a:ext cx="2743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Profile Setup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4398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Guided onboarding with shop location picker, business details, and category selection.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19472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919472"/>
            <a:ext cx="2743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926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Marketplace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852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Singleton service managing seeded shop data, product catalogs, and cart operations.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27432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33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Navigation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1264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IndexedStack with 4 main tabs (Social, Cart, Map, Profile) and top bar with contextual 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Nutonium successfully demonstrates that a hyperlocal social commerce platform can bridge</a:t>
            </a:r>
            <a:br/>
            <a:r>
              <a:t>the gap between offline retail and digital commerce, benefiting all stakeholders.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941832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697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Successfully integrates Retail, Supplier, and Customer workflows into a single, cohesive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941832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Improves Inventory Transparency with real-time stock visibility across all connected retail shops.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941832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54480" y="45262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526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Reduces Product Unavailability through preorder systems and demand-driven supply chain communication.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03520"/>
            <a:ext cx="9418320" cy="73152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54480" y="54406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440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Enhances Local Shopping Experience with map-based discovery, social feeds, and instant cart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B0F1A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AI-Based Demand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Machine learning models to predict product demand based on historical sales, seasonality, and local trends – enabling proactive restocking.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4592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64592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19659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B0F1A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Delivery Partner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Integration with local delivery partners for last-mile fulfillment, turning preorders into doorstep deliveries.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45920"/>
            <a:ext cx="27432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0" y="19659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B0F1A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788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Advertisement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Monetization through targeted, hyperlocal advertisements from external brands and businesses within the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4592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64592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0" y="19659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965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B0F1A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788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Recommendation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Personalized product and shop recommendations powered by user behavior, preferences, and purchase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1.  Flutter Team, Flutter Documentation. Google LLC,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2.  Firebase Team, Firebase Documentation. Google LLC,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568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3.  L. Moroney, The Definitive Guide to Firebase. Apress, 2021.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942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4.  M. S. Yadav &amp; P. A. Pavlou, "Marketing in computer-mediated environments," J. of Marketing, vol. 78, 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5.  A. Kumar &amp; A. Mukherjee, "Mobile commerce adoption among small retailers," IJRDM, vol. 50,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6.  D. F. Ferraiolo &amp; D. R. Kuhn, "Role-based access controls for mobile apps," IEEE S&amp;P, vol. 18,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7.  S. Bhattacharya &amp; A. Sinha, "Hyperlocal e-commerce: Tech architecture," J. Bus. Strategy, vol. 42, 2021.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98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8.  K. L. Hsiao &amp; C. C. Chen, "Value-based adoption of social commerce," JECR, vol. 23, 2022.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1246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9.  D. Grewal et al., "The future of retailing," J. Retailing, vol. 95,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libri"/>
              </a:defRPr>
            </a:pPr>
            <a:r>
              <a:t>10. K. L. Nance &amp; B. Hay, "Real-time database architectures for mobile apps," IJMC, vol. 12, 2021.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754880"/>
            <a:ext cx="48463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Abhishek Bruno  ·  Muhammad Aslam  ·  Gokul SR  ·  Rijin Reji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